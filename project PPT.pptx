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../clipboard/media/image2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hyperlink" Target="https://1drv.ms/v/c/c54ba3bd296ecefd/IQAZiKX--4IhQaU71Q5OgC82ATBplKqLNmg3QUPG6DcmjJM?e=bfg5t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941754" y="-413023"/>
            <a:ext cx="4274297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297731" y="4333406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288433" y="452178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Priyanshi</a:t>
            </a: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Mishra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57" t="2453" r="27842" b="53701"/>
          <a:stretch>
            <a:fillRect/>
          </a:stretch>
        </p:blipFill>
        <p:spPr>
          <a:xfrm>
            <a:off x="1847345" y="4327098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4113170" y="4337493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4094479" y="4472796"/>
            <a:ext cx="285914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priyanshi.mishra07082006@gmail.com</a:t>
            </a:r>
            <a:endParaRPr lang="en-IN" dirty="0"/>
          </a:p>
          <a:p>
            <a:pPr>
              <a:lnSpc>
                <a:spcPts val="2038"/>
              </a:lnSpc>
            </a:pP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859" t="52379" r="26874" b="2349"/>
          <a:stretch>
            <a:fillRect/>
          </a:stretch>
        </p:blipFill>
        <p:spPr>
          <a:xfrm>
            <a:off x="3681209" y="4336376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650760" y="4337076"/>
            <a:ext cx="2272871" cy="389019"/>
            <a:chOff x="2930000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2931940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2930000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109" t="6546" r="28551" b="49509"/>
          <a:stretch>
            <a:fillRect/>
          </a:stretch>
        </p:blipFill>
        <p:spPr>
          <a:xfrm>
            <a:off x="220767" y="4357614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9729"/>
          <a:stretch>
            <a:fillRect/>
          </a:stretch>
        </p:blipFill>
        <p:spPr>
          <a:xfrm>
            <a:off x="211598" y="1046557"/>
            <a:ext cx="3854253" cy="184953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19809" y="3444582"/>
            <a:ext cx="3099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b="1" dirty="0" smtClean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[Starbucks Data Analytics]</a:t>
            </a:r>
            <a:endParaRPr lang="en-IN" sz="105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46432"/>
            <a:ext cx="475156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Overview</a:t>
            </a:r>
            <a:r>
              <a:rPr lang="en-US" dirty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: This project transforms raw Starbucks customer data into a high-level Business Intelligence </a:t>
            </a:r>
            <a:r>
              <a:rPr lang="en-US" dirty="0" smtClean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dashboard.</a:t>
            </a:r>
            <a:endParaRPr lang="en-US" sz="1800" dirty="0">
              <a:solidFill>
                <a:schemeClr val="tx1"/>
              </a:solidFill>
              <a:effectLst/>
              <a:latin typeface="Lato" panose="020F0502020204030203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Objective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To identify patterns in customer behavior and use Microsoft Copilot 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for 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creation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data-driven marketing strategies.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Microsoft 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Excel,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Microsoft Copilot (AI Analysis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),and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Power BI for visualization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Outcome: A strategic dashboard that replaces manual data interpretation with AI-generated business 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insights.</a:t>
            </a:r>
          </a:p>
        </p:txBody>
      </p:sp>
      <p:sp>
        <p:nvSpPr>
          <p:cNvPr id="5" name="Freeform 4"/>
          <p:cNvSpPr/>
          <p:nvPr/>
        </p:nvSpPr>
        <p:spPr>
          <a:xfrm>
            <a:off x="5627575" y="109944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lc="http://schemas.openxmlformats.org/drawingml/2006/lockedCanvas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1" y="990564"/>
            <a:ext cx="5109368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Starbucks </a:t>
            </a:r>
            <a:r>
              <a:rPr lang="en-US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collects millions of transaction points, but without proper visualization, it’s difficult for managers to see which offers actually drive </a:t>
            </a:r>
            <a:r>
              <a:rPr lang="en-US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profit.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Inconsistency: Raw transaction logs are often </a:t>
            </a:r>
            <a:r>
              <a:rPr lang="en-US" dirty="0" err="1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messy,that</a:t>
            </a:r>
            <a:r>
              <a:rPr lang="en-US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lead to inaccurate business conclusions.</a:t>
            </a:r>
            <a:r>
              <a:rPr lang="en-US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​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Operational </a:t>
            </a:r>
            <a:r>
              <a:rPr lang="en-US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Inconvenience: Manually sorting through </a:t>
            </a:r>
            <a:r>
              <a:rPr lang="en-US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3000</a:t>
            </a:r>
            <a:r>
              <a:rPr lang="en-US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 rows of data to find specific trends </a:t>
            </a:r>
            <a:r>
              <a:rPr lang="en-US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 </a:t>
            </a:r>
            <a:r>
              <a:rPr lang="en-US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slow, exhausting, and prone to human error.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Target Marketing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Managers and Strategic Decision Makers.</a:t>
            </a:r>
            <a:endParaRPr lang="en-US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Gap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There is a 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gap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between having "Big Data" and having "Useful Insights" that a manager can actually act upon quickly. 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153486"/>
            <a:ext cx="4583999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Automated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Dashboard: I am building a structured Excel/Power BI dashboard that automatically cleans and categorizes customers into distinct "Personas</a:t>
            </a: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AI Interrogation: Using Microsoft Copilot to analyze the dashboard and generate executive summaries instantly</a:t>
            </a:r>
            <a:r>
              <a:rPr lang="en-US" dirty="0" smtClean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Lato" panose="020F0502020204030203" pitchFamily="34" charset="0"/>
                <a:cs typeface="Arial" panose="020B0604020202020204" pitchFamily="34" charset="0"/>
              </a:rPr>
              <a:t>​</a:t>
            </a: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Innovation: Shifting from "Reactive Reporting" (what happened) to "Proactive Strategy" (what to do next).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Integration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of Portfolio (offers), Profile (demographics), and Transcript (events) datasets.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cleaning in Excel to </a:t>
            </a:r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remove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unnecessary columns, changed data type, added age segmentation, handled income.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Integration: Microsoft Copilot used to derive behavioral patterns and generate insights, summaries, or content </a:t>
            </a:r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outputs and Power BI to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build a interactive </a:t>
            </a:r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dashboards.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An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interactive dashboard or structured analytical report that clearly communicates key insights from the </a:t>
            </a:r>
            <a:r>
              <a:rPr lang="en-US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25996" y="1642795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8591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05" y="2788979"/>
            <a:ext cx="2378139" cy="2003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003" y="2788978"/>
            <a:ext cx="2614160" cy="1977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2788978"/>
            <a:ext cx="2514600" cy="197792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694944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https://1drv.ms/v/c/c54ba3bd296ecefd/IQAZiKX--</a:t>
            </a:r>
            <a:r>
              <a:rPr lang="en-US" sz="9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4IhQaU71Q5OgC82ATBplKqLNmg3QUPG6DcmjJM?e=bfg5td</a:t>
            </a:r>
            <a:endParaRPr lang="en-US" sz="900" dirty="0"/>
          </a:p>
          <a:p>
            <a:endParaRPr lang="en-US" sz="900" dirty="0" smtClean="0">
              <a:solidFill>
                <a:srgbClr val="607D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Successfully simplified a massive dataset into a clear, visual tool for decision-makers.</a:t>
            </a: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​</a:t>
            </a:r>
          </a:p>
          <a:p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Removed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inconvenience of manual data entry and ensured data integrity by resolving inconsistencies</a:t>
            </a: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project </a:t>
            </a: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adds value that how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and Data Analytics can turn "hidden" information into a clear roadmap for business growth and customer satisfaction. </a:t>
            </a:r>
            <a:r>
              <a:rPr lang="en-US" dirty="0" smtClean="0">
                <a:latin typeface="Lato" panose="020F0502020204030203" pitchFamily="34" charset="0"/>
                <a:cs typeface="Arial" panose="020B0604020202020204" pitchFamily="34" charset="0"/>
              </a:rPr>
              <a:t>Provided </a:t>
            </a: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a scalable framework for personalized marketing that solves the "Inconvenience" of manual data analysis. </a:t>
            </a: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Real-time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Tracking: Connecting the dashboard to live store data for up-to-the-minute decision making.</a:t>
            </a: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Predictive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Budgeting: Using AI to predict which marketing campaigns will have the highest return before spending the budget</a:t>
            </a: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​Multichannel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Expansion: Applying this dashboard model to analyze customer loyalty across other retail and financial service platforms.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581</Words>
  <Application>Microsoft Office PowerPoint</Application>
  <PresentationFormat>On-screen Show (16:9)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Aileron</vt:lpstr>
      <vt:lpstr>Aileron Bold</vt:lpstr>
      <vt:lpstr>Aileron Ultra-Bold</vt:lpstr>
      <vt:lpstr>Arial</vt:lpstr>
      <vt:lpstr>Calibri</vt:lpstr>
      <vt:lpstr>Lato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Shivanshu Mishra</cp:lastModifiedBy>
  <cp:revision>43</cp:revision>
  <dcterms:created xsi:type="dcterms:W3CDTF">2026-02-18T09:17:23Z</dcterms:created>
  <dcterms:modified xsi:type="dcterms:W3CDTF">2026-04-08T13:04:59Z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